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" cy="4114800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5760" y="1371600"/>
            <a:ext cx="36576" cy="4114800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C842"/>
                </a:solidFill>
              </a:rPr>
              <a:t>🕯  THE ABYSS  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89878"/>
                </a:solidFill>
              </a:rPr>
              <a:t>A Procedurally Generated Dungeon Crawler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5E48"/>
                </a:solidFill>
              </a:rPr>
              <a:t>Python Final Project  ·  2025–26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5E48"/>
                </a:solidFill>
              </a:rPr>
              <a:t>Group members:   _________________     _________________     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What Is The Abyss?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FC4AD"/>
                </a:solidFill>
              </a:rPr>
              <a:t>A top-down dungeon crawler where every floor is uniquely generated — no two playthroughs are ever the same. Navigate torch-lit halls, fight monsters, collect loot, and descend as deep as you dare.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651760" cy="192024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🗺️  Procedural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76272"/>
            <a:ext cx="24688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Random rooms carved from solid rock, connected by hand-dug corridors. No two floors are identical.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651760" cy="192024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92024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👹  3 Enemy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176272"/>
            <a:ext cx="24688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Goblins, Skeletons &amp; Demons — each with unique speed, HP, damage, and sight range.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28800"/>
            <a:ext cx="2651760" cy="192024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92024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🕯️  Torch Lighting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76272"/>
            <a:ext cx="24688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Radial light mask limits your field of view — darkness hides what lurks ahead.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28800"/>
            <a:ext cx="2834640" cy="192024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19202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📈  Infinite Floors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2176272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Enemies scale in difficulty with each floor descended. How deep can you go?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11155680" cy="128016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</a:rPr>
              <a:t>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FC4AD"/>
                </a:solidFill>
              </a:rPr>
              <a:t>WASD / Arrow Keys  —  Move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FC4AD"/>
                </a:solidFill>
              </a:rPr>
              <a:t>SPACE  —  Attack (circle radius around player)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FC4AD"/>
                </a:solidFill>
              </a:rPr>
              <a:t>P  —  Pause / Resume          ESC  —  Quit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Why This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54864" cy="1051560"/>
          </a:xfrm>
          <a:prstGeom prst="rect">
            <a:avLst/>
          </a:prstGeom>
          <a:solidFill>
            <a:srgbClr val="C4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2C2C"/>
                </a:solidFill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FC4AD"/>
                </a:solidFill>
              </a:rPr>
              <a:t>We wanted to build something genuinely impressive — not a simple script, but a real interactive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04288"/>
            <a:ext cx="54864" cy="105156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842"/>
                </a:solidFill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FC4AD"/>
                </a:solidFill>
              </a:rPr>
              <a:t>Dungeon crawlers are a classic genre, but procedural generation makes every run different — a genuinely hard computer science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02736"/>
            <a:ext cx="54864" cy="1051560"/>
          </a:xfrm>
          <a:prstGeom prst="rect">
            <a:avLst/>
          </a:prstGeom>
          <a:solidFill>
            <a:srgbClr val="A89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027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The Ambition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502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FC4AD"/>
                </a:solidFill>
              </a:rPr>
              <a:t>Games are the perfect test of Python skills: graphics, algorithms, data structures, and real-time logic all in one project.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01183"/>
            <a:ext cx="54864" cy="1051560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0118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A4A"/>
                </a:solidFill>
              </a:rPr>
              <a:t>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48655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FC4AD"/>
                </a:solidFill>
              </a:rPr>
              <a:t>~1,000 lines of documented Python — procedural generation, BFS pathfinding, ray-marching line-of-sight, and torch lighting, all from scratch.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How It Works — Three Core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3566160" cy="347472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🏗️  1 ·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53312"/>
            <a:ext cx="33832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Random rooms placed on a 54×42 tile grid.
L-shaped corridors carved between each adjacent pair — guaranteeing every room is reachable.
Enemies and items scattered through rooms 1–N.
Difficulty (enemy count &amp; HP) scales with floor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05840"/>
            <a:ext cx="3566160" cy="347472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1097280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🧠  2 · Enemy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353312"/>
            <a:ext cx="33832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BFS shortest-path finds routes around walls.
Ray-marching line-of-sight check: enemies only chase if they can actually see you.
Paths cached and recalculated every 0.48 s — responsive but cheap.
Three states: idle → chasing → attacking.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005840"/>
            <a:ext cx="3611880" cy="347472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109728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🎨  3 · Rendering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7" y="1353312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Camera tracks player position smoothly.
Tiles drawn with depth-based darkening — deeper floors are gloomier.
Torch mask (pre-rendered radial gradient) multiplied over the full frame using BLEND_RGB_MULT.
Minimap drawn in top-right corner every frame.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5E48"/>
                </a:solidFill>
              </a:rPr>
              <a:t>All three systems run inside a single 60 FPS game loop — Events → Logic → Render →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Procedural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3840480" cy="13716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Step 1 — Rooms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53312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C4AD"/>
                </a:solidFill>
              </a:rPr>
              <a:t>Try 400 random placements. Accept if no overlap with existing rooms. Stop at 9–16 rooms.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3840480" cy="13716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Step 2 — Corridors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62072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C4AD"/>
                </a:solidFill>
              </a:rPr>
              <a:t>Sort rooms left→right. Carve 2-tile-wide L-shaped paths between each adjacent pair.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3840480" cy="13716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114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Step 3 — Populate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370832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FC4AD"/>
                </a:solidFill>
              </a:rPr>
              <a:t>Place player in room[0], stairs in last room, enemies &amp; loot in all rooms between.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60120"/>
            <a:ext cx="7132320" cy="4526280"/>
          </a:xfrm>
          <a:prstGeom prst="rect">
            <a:avLst/>
          </a:prstGeom>
          <a:solidFill>
            <a:srgbClr val="16120C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005840"/>
            <a:ext cx="694944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ABCBAB"/>
                </a:solidFill>
              </a:rPr>
              <a:t>def generate_dungeon(floor_num):
    tiles = [[WALL] * MAP_W for _ in range(MAP_H)]
    rooms = []
    for _ in range(400):          # try 400 placements
        rw = random.randint(4, 12)
        rh = random.randint(4, 8)
        rx = random.randint(1, MAP_W - rw - 1)
        ry = random.randint(1, MAP_H - rh - 1)
        # skip if it overlaps an existing room
        if any(rx &lt; r['x']+r['w']+1 and
               rx+rw &gt; r['x']-1 and ...
               for r in rooms): continue
        rooms.append({'x':rx,'y':ry,'w':rw,'h':rh})
        for ty in range(ry, ry + rh):     # carve room
            for tx in range(rx, rx + rw):
                tiles[ty][tx] = FLOOR
    # connect rooms with L-shaped corridors
    for i in range(len(rooms) - 1):
        _carve(rooms[i], rooms[i+1])
    return {'tiles': tiles, 'rooms': rooms, ...}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Enemy AI — BFS Pathfinding + Line of 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FC4AD"/>
                </a:solidFill>
              </a:rPr>
              <a:t>Enemies are not telepathic — they can only chase you if they have line of sight. Once spotted, BFS finds the shortest walkable route.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486400" cy="3200400"/>
          </a:xfrm>
          <a:prstGeom prst="rect">
            <a:avLst/>
          </a:prstGeom>
          <a:solidFill>
            <a:srgbClr val="16120C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73352"/>
            <a:ext cx="530352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BCBAB"/>
                </a:solidFill>
              </a:rPr>
              <a:t>def bfs_path(tiles, start, goal):
    q       = deque([(sx, sy, [])])
    visited = {(sx, sy)}
    while q:
        x, y, path = q.popleft()
        for dx, dy in ((1,0),(-1,0),
                       (0,1),(0,-1)):
            nx, ny = x+dx, y+dy
            if tiles[ny][nx] == WALL:
                continue
            if nx==gx and ny==gy:
                return path+[(nx,ny)]
            q.append((nx,ny,path+
                       [(nx,ny)]))
    return []   # unreachable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486400" cy="3200400"/>
          </a:xfrm>
          <a:prstGeom prst="rect">
            <a:avLst/>
          </a:prstGeom>
          <a:solidFill>
            <a:srgbClr val="16120C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73352"/>
            <a:ext cx="530352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BCBAB"/>
                </a:solidFill>
              </a:rPr>
              <a:t>def has_los(tiles, ax, ay, bx, by):
    dist  = math.hypot(bx-ax, by-ay)
    steps = max(2, int(dist * 3))
    for i in range(steps + 1):
        t  = i / steps
        tx = int(ax + (bx-ax) * t)
        ty = int(ay + (by-ay) * t)
        if tiles[ty][tx] == WALL:
            return False  # blocked
    return True           #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</a:rPr>
              <a:t>Breadth-First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</a:rPr>
              <a:t>Ray-Marching 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57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5E48"/>
                </a:solidFill>
              </a:rPr>
              <a:t>Paths recalculated every 0.48 s per enemy — cheap enough to run on 20+ enemies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Data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5394960" cy="237744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🗂️  Tile Grid  —  list[list[int]]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53312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54 × 42 two-dimensional list. Each cell holds WALL=0, FLOOR=1, or STAIRS=2.
O(1) random access by (x, y) coordinate — fast enough for collision detection every frame.
Generated fresh for each floor, thrown away on descent.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005840"/>
            <a:ext cx="5577840" cy="237744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09728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👤  Player State  —  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1353312"/>
            <a:ext cx="539495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Single dictionary holds everything about the player:
x, y  ·  hp, max_hp  ·  facing  ·  atk_t, atk_cd  ·  inv_t  ·  alive
Passed into every draw function — one source of truth, easy to inspect and debug.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5394960" cy="246888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657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👹  Enemy List  —  list[dict]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913632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Each enemy is its own dict: type, hp, spd, dmg, sight, path, state, facing, alive.
The list is looped each frame for AI updates, hit detection, and rendering.
Dead enemies stay in the list with alive=False — avoids mid-loop deletion bugs.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566160"/>
            <a:ext cx="5577840" cy="246888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365760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✨  Particles  —  list[dict]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913632"/>
            <a:ext cx="53949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C4AD"/>
                </a:solidFill>
              </a:rPr>
              <a:t>Kill sparks and pickup effects. Each particle stores:
x, y, vx, vy, life, col, size
Updated and removed each frame when life ≤ 0.
Demonstrates dynamic list manipulation at runtime.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4864" cy="685800"/>
          </a:xfrm>
          <a:prstGeom prst="rect">
            <a:avLst/>
          </a:prstGeom>
          <a:solidFill>
            <a:srgbClr val="C4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051560"/>
            <a:ext cx="11091672" cy="685800"/>
          </a:xfrm>
          <a:prstGeom prst="rect">
            <a:avLst/>
          </a:prstGeom>
          <a:solidFill>
            <a:srgbClr val="1E1010"/>
          </a:solidFill>
          <a:ln w="12700">
            <a:solidFill>
              <a:srgbClr val="5A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2C2C"/>
                </a:solidFill>
              </a:rPr>
              <a:t>✗  Black square around the 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The torch light mask was a fixed-size surface blitted directly onto the game — visible dark corners formed outside the circle radius.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64792"/>
            <a:ext cx="54864" cy="658368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64792"/>
            <a:ext cx="11091672" cy="658368"/>
          </a:xfrm>
          <a:prstGeom prst="rect">
            <a:avLst/>
          </a:prstGeom>
          <a:solidFill>
            <a:srgbClr val="0F1A0F"/>
          </a:solidFill>
          <a:ln w="1270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0136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A4A"/>
                </a:solidFill>
              </a:rPr>
              <a:t>✓  Fixed: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01367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C4AD"/>
                </a:solidFill>
              </a:rPr>
              <a:t>Created a full-screen black surface, blitted the white radial gradient at the player's position, then multiplied it over the entire frame using pygame's BLEND_RGB_MULT flag.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79"/>
            <a:ext cx="54864" cy="685800"/>
          </a:xfrm>
          <a:prstGeom prst="rect">
            <a:avLst/>
          </a:prstGeom>
          <a:solidFill>
            <a:srgbClr val="C4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26079"/>
            <a:ext cx="11091672" cy="685800"/>
          </a:xfrm>
          <a:prstGeom prst="rect">
            <a:avLst/>
          </a:prstGeom>
          <a:solidFill>
            <a:srgbClr val="1E1010"/>
          </a:solidFill>
          <a:ln w="12700">
            <a:solidFill>
              <a:srgbClr val="5A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79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2C2C"/>
                </a:solidFill>
              </a:rPr>
              <a:t>✗  Wall collision misalignment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Player's physics position was at the tile's top-left corner, but the sprite rendered half a tile ahead — causing visual overlap into walls.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9311"/>
            <a:ext cx="54864" cy="658368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639311"/>
            <a:ext cx="11091672" cy="658368"/>
          </a:xfrm>
          <a:prstGeom prst="rect">
            <a:avLst/>
          </a:prstGeom>
          <a:solidFill>
            <a:srgbClr val="0F1A0F"/>
          </a:solidFill>
          <a:ln w="1270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A4A"/>
                </a:solidFill>
              </a:rPr>
              <a:t>✓  Fixed: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75887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C4AD"/>
                </a:solidFill>
              </a:rPr>
              <a:t>Spawned all entities at tile + 0.5 so their physics position IS their visual centre. Removed all manual offset adjustments from rendering.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54864" cy="685800"/>
          </a:xfrm>
          <a:prstGeom prst="rect">
            <a:avLst/>
          </a:prstGeom>
          <a:solidFill>
            <a:srgbClr val="C4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800600"/>
            <a:ext cx="11091672" cy="685800"/>
          </a:xfrm>
          <a:prstGeom prst="rect">
            <a:avLst/>
          </a:prstGeom>
          <a:solidFill>
            <a:srgbClr val="1E1010"/>
          </a:solidFill>
          <a:ln w="12700">
            <a:solidFill>
              <a:srgbClr val="5A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2C2C"/>
                </a:solidFill>
              </a:rPr>
              <a:t>✗  Enemy pathfinding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Running BFS for every enemy every single frame would freeze the game as floors became busier.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13832"/>
            <a:ext cx="54864" cy="658368"/>
          </a:xfrm>
          <a:prstGeom prst="rect">
            <a:avLst/>
          </a:prstGeom>
          <a:solidFill>
            <a:srgbClr val="4A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513832"/>
            <a:ext cx="11091672" cy="658368"/>
          </a:xfrm>
          <a:prstGeom prst="rect">
            <a:avLst/>
          </a:prstGeom>
          <a:solidFill>
            <a:srgbClr val="0F1A0F"/>
          </a:solidFill>
          <a:ln w="1270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5504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A4A"/>
                </a:solidFill>
              </a:rPr>
              <a:t>✓  Fixed: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50408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C4AD"/>
                </a:solidFill>
              </a:rPr>
              <a:t>Cached each enemy's path. Only recomputed every 0.48 seconds — still feels responsive but cuts pathfinding cost by ~97%.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Error Handling &amp; Code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5394960" cy="22860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⚠️  try / except — Font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5331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System fonts vary across computers. If Georgia or Arial aren't found, the game falls back to pygame's built-in font automatically:
try:
    font = pygame.font.SysFont('Georgia', 68)
except Exception:
    font = pygame.font.Font(None, 74)
The game never crashes due to missing fonts.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005840"/>
            <a:ext cx="5577840" cy="22860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09728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🛡️  Input Validation — Collision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1353312"/>
            <a:ext cx="53949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Before moving the player, all four corners of the bounding box are checked against map bounds AND wall tiles:
def walkable(nx, ny):
    for ox, oy in corners:
        tx, ty = int(nx+ox), int(ny+oy)
        if not (0 &lt;= tx &lt; MAP_W ...): return False
        if tiles[ty][tx] == WALL: return False
    return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5394960" cy="22860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📝  Docstrings on Every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822191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Every function documents its purpose, parameters, and return value:
def bfs_path(tiles, start, goal, max_dist=28):
    """
    Find the shortest path using BFS.
    Parameters:
        tiles (list[list[int]]): Tile grid.
        start (tuple): Start coords.
    Returns: list[tuple] or []
    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474720"/>
            <a:ext cx="5577840" cy="2286000"/>
          </a:xfrm>
          <a:prstGeom prst="rect">
            <a:avLst/>
          </a:prstGeom>
          <a:solidFill>
            <a:srgbClr val="1A160F"/>
          </a:solidFill>
          <a:ln w="1524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356616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</a:rPr>
              <a:t>🔒  Dungeon Generation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822191"/>
            <a:ext cx="53949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If random room placement stalls (&lt; 5 rooms placed after 400 attempts), a hard-coded fallback layout is used automatically — the game never starts with a broken or unplayable map.
Ensures the game is always in a valid, playable state regardless of random seed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C842"/>
                </a:solidFill>
              </a:rPr>
              <a:t>Next Steps &amp;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3520440" cy="228600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Weapons &amp;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5448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Different sword types, bows, consumables — let the player build a loadout as they descend.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005840"/>
            <a:ext cx="3520440" cy="228600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097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Boss Enemies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55448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One oversized enemy per 5th floor with custom multi-phase attack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005840"/>
            <a:ext cx="3520440" cy="228600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097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Sound &amp; Music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7" y="155448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Sword swings, enemy growls, torch crackle — audio makes the atmosphere complete.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3520440" cy="228600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584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Persistent High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23359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Save best floor and gold to a JSON file so records survive between sessions.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474720"/>
            <a:ext cx="3520440" cy="228600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584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Traps &amp; Secret 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023359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Hidden rooms, spike traps, locked doors — reward thorough exploration.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3474720"/>
            <a:ext cx="3520440" cy="228600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7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2792" y="3584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9878"/>
                </a:solidFill>
              </a:rPr>
              <a:t>vs. Commercial Games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4023359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FC4AD"/>
                </a:solidFill>
              </a:rPr>
              <a:t>Similar concept to Enter the Gungeon / Binding of Isaac — ours is simpler but 100% hand-coded.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" cy="4663440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5760" y="1097280"/>
            <a:ext cx="36576" cy="4663440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C842"/>
                </a:solidFill>
              </a:rPr>
              <a:t>🕯   Questions?   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89878"/>
                </a:solidFill>
              </a:rPr>
              <a:t>We built every line from scratch in Python using pygame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337560"/>
            <a:ext cx="4480560" cy="36576"/>
          </a:xfrm>
          <a:prstGeom prst="rect">
            <a:avLst/>
          </a:prstGeom>
          <a:solidFill>
            <a:srgbClr val="6B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2331720" cy="128016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5844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9878"/>
                </a:solidFill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319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</a:rPr>
              <a:t>Python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520440"/>
            <a:ext cx="2331720" cy="128016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5844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9878"/>
                </a:solidFill>
              </a:rPr>
              <a:t>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9319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</a:rPr>
              <a:t>pygame-ce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520440"/>
            <a:ext cx="2331720" cy="128016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5844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9878"/>
                </a:solidFill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9319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</a:rPr>
              <a:t>BFS + Ray-march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3520440"/>
            <a:ext cx="2331720" cy="1280160"/>
          </a:xfrm>
          <a:prstGeom prst="rect">
            <a:avLst/>
          </a:prstGeom>
          <a:solidFill>
            <a:srgbClr val="1A160F"/>
          </a:solidFill>
          <a:ln w="12700">
            <a:solidFill>
              <a:srgbClr val="6B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7" y="35844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9878"/>
                </a:solidFill>
              </a:rPr>
              <a:t>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39319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</a:rPr>
              <a:t>~1,000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5E48"/>
                </a:solidFill>
              </a:rPr>
              <a:t>github.com/ethanblairs2006-stack/the-abyss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5E48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